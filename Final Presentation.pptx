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  <p:embeddedFont>
      <p:font typeface="TT Fors" charset="1" panose="020B0003030001020000"/>
      <p:regular r:id="rId17"/>
    </p:embeddedFont>
    <p:embeddedFont>
      <p:font typeface="TT Fors Bold" charset="1" panose="020B000303000102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2964" t="0" r="-929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44829" y="7828295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9763125" cy="2416174"/>
            <a:chOff x="0" y="0"/>
            <a:chExt cx="13017500" cy="322156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84275"/>
              <a:ext cx="13017500" cy="203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Vapor Drift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4189110"/>
            <a:ext cx="7194651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Presented by Group No:05</a:t>
            </a:r>
          </a:p>
          <a:p>
            <a:pPr algn="l" marL="0" indent="0" lvl="0">
              <a:lnSpc>
                <a:spcPts val="3640"/>
              </a:lnSpc>
            </a:pP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Name: Tashfiq Mahmud Niloy(2221080642)</a:t>
            </a: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Name: Ihtishamul Haq Shimanto(2221838642)</a:t>
            </a: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Name: Tirana Akter Meem(2211659042)</a:t>
            </a:r>
          </a:p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Name: Tamanna Akter Mou(2211951042) </a:t>
            </a:r>
          </a:p>
          <a:p>
            <a:pPr algn="l" marL="0" indent="0" lvl="0">
              <a:lnSpc>
                <a:spcPts val="3640"/>
              </a:lnSpc>
            </a:pPr>
          </a:p>
          <a:p>
            <a:pPr algn="l" marL="0" indent="0" lvl="0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3520" y="893520"/>
            <a:ext cx="11201400" cy="4032858"/>
            <a:chOff x="0" y="0"/>
            <a:chExt cx="14935200" cy="53771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Despite the massive popularity of the 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ndless runner genre, many 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xist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ing m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obil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PC titles often suffer from a lack of engaging, high-fi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el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it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en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ronments, overly complex monetization schemes, or a feeling of repetitiveness.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 Challe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nge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7885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3520" y="3796692"/>
            <a:ext cx="11201400" cy="4032858"/>
            <a:chOff x="0" y="0"/>
            <a:chExt cx="14935200" cy="537714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4289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There is a dema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nd for a simple, visually dist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inct (l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ow-poly 3D urban aesthetic), and skill-based endless runner that offers a clean, 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on-intrusive gameplay experience, focusing on pure challenge and player mastery.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Opportu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nity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953716" cy="7019925"/>
            <a:chOff x="0" y="0"/>
            <a:chExt cx="17271622" cy="9359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7271622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Game Concept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5053922" cy="712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9" indent="-345439" lvl="1">
                <a:lnSpc>
                  <a:spcPts val="3839"/>
                </a:lnSpc>
                <a:buFont typeface="Arial"/>
                <a:buChar char="•"/>
              </a:pPr>
              <a:r>
                <a:rPr lang="en-US" sz="3199" spc="-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Game Title: Vapor Drift</a:t>
              </a:r>
            </a:p>
            <a:p>
              <a:pPr algn="l" marL="690879" indent="-345439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pc="-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Genre: Endless Runner</a:t>
              </a:r>
            </a:p>
            <a:p>
              <a:pPr algn="l" marL="690879" indent="-345439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Platform: PC </a:t>
              </a:r>
            </a:p>
            <a:p>
              <a:pPr algn="l" marL="690879" indent="-345439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Core Loop: The player controls a character r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nning 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hro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gh a dynamic, t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aff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c-filled urban environment, collec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ng 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oins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dodg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ng obs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acles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(cars). The ga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me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is designed for qui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k, 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ighly repl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yable sess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ons fo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on achieving a high sco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or le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ve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 objective.</a:t>
              </a:r>
            </a:p>
            <a:p>
              <a:pPr algn="l" marL="690879" indent="-345439" lvl="1">
                <a:lnSpc>
                  <a:spcPts val="38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Visu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Style: Low-poly 3D graphics with a bright, styliz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199" spc="-95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urban aesthetic, giving it a distinctive look.</a:t>
              </a: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38050" y="0"/>
            <a:ext cx="9449950" cy="10287000"/>
            <a:chOff x="0" y="0"/>
            <a:chExt cx="1464045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04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64045">
                  <a:moveTo>
                    <a:pt x="0" y="0"/>
                  </a:moveTo>
                  <a:lnTo>
                    <a:pt x="1464045" y="0"/>
                  </a:lnTo>
                  <a:lnTo>
                    <a:pt x="146404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7087" t="0" r="-5715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13200" y="389224"/>
            <a:ext cx="8324850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EF1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Gameplay Visuals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13200" y="2663190"/>
            <a:ext cx="8819622" cy="2480310"/>
            <a:chOff x="0" y="0"/>
            <a:chExt cx="11759496" cy="33070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11759496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-Gam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 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tio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63600"/>
              <a:ext cx="10921781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core scree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how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 the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runne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iddl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of a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mul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-la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rou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ded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by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raff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llec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ls 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f c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uals: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The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low-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ly ca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(y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ell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ow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bl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)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bu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ing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eate a uniq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e,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tylized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nvi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onment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3200" y="5016676"/>
            <a:ext cx="8963930" cy="3223260"/>
            <a:chOff x="0" y="0"/>
            <a:chExt cx="11951907" cy="42976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1951907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ey HUD Elemen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63600"/>
              <a:ext cx="11100485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Timer: Located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the top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gh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tica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for "Timer Level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s"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Counter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: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Shows collected coin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s,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tied directl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the win condition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 Indicator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: Repre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sented by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th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 sad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bandaged face icon, showing 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pl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 a li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mit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ed nu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mbe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 of "b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umps"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efore lo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13200" y="8113112"/>
            <a:ext cx="8324850" cy="1737360"/>
            <a:chOff x="0" y="0"/>
            <a:chExt cx="11099800" cy="23164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Paus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 Screen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63600"/>
              <a:ext cx="10886314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Shows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the op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ons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to Resume, Restart, and Quit, along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wi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 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jus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table Sensitivity slider , indicating a focus on player control and acces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li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ty</a:t>
              </a:r>
              <a:r>
                <a:rPr lang="en-US" sz="2100" strike="noStrike" u="none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260" y="8784144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044894" y="310903"/>
            <a:ext cx="4954489" cy="2759570"/>
          </a:xfrm>
          <a:custGeom>
            <a:avLst/>
            <a:gdLst/>
            <a:ahLst/>
            <a:cxnLst/>
            <a:rect r="r" b="b" t="t" l="l"/>
            <a:pathLst>
              <a:path h="2759570" w="4954489">
                <a:moveTo>
                  <a:pt x="0" y="0"/>
                </a:moveTo>
                <a:lnTo>
                  <a:pt x="4954489" y="0"/>
                </a:lnTo>
                <a:lnTo>
                  <a:pt x="4954489" y="2759569"/>
                </a:lnTo>
                <a:lnTo>
                  <a:pt x="0" y="2759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44894" y="7189417"/>
            <a:ext cx="4952987" cy="2774866"/>
          </a:xfrm>
          <a:custGeom>
            <a:avLst/>
            <a:gdLst/>
            <a:ahLst/>
            <a:cxnLst/>
            <a:rect r="r" b="b" t="t" l="l"/>
            <a:pathLst>
              <a:path h="2774866" w="4952987">
                <a:moveTo>
                  <a:pt x="0" y="0"/>
                </a:moveTo>
                <a:lnTo>
                  <a:pt x="4952987" y="0"/>
                </a:lnTo>
                <a:lnTo>
                  <a:pt x="4952987" y="2774867"/>
                </a:lnTo>
                <a:lnTo>
                  <a:pt x="0" y="2774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2047875"/>
            <a:chOff x="0" y="0"/>
            <a:chExt cx="9182100" cy="27305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1821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Core Features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16125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2376234"/>
            <a:ext cx="6886575" cy="2943479"/>
            <a:chOff x="0" y="0"/>
            <a:chExt cx="9182100" cy="392463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703"/>
              <a:ext cx="9182100" cy="2789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No Tim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er: Pure endless mode, focused only on coin collect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s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rv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iv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al.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Easy L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vel: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tion i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100 coins within 2 minutes.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Hard Level: Win condition is 100 coins within 30 seconds (high skill ceiling).</a:t>
              </a:r>
            </a:p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Custo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izable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Dif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ficul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&amp; Gameplay M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2376234"/>
            <a:ext cx="6886575" cy="2591054"/>
            <a:chOff x="0" y="0"/>
            <a:chExt cx="9182100" cy="345473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134703"/>
              <a:ext cx="9182100" cy="2320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Simple a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nd 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asy to und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st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rom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the start.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Collect 100 Coins to Win.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Bump 5 Times, You Lose.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Run out of time in Timer Levels, You Lose.</a:t>
              </a:r>
            </a:p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Rul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6750" y="5655638"/>
            <a:ext cx="6886575" cy="2591054"/>
            <a:chOff x="0" y="0"/>
            <a:chExt cx="9182100" cy="345473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134703"/>
              <a:ext cx="9182100" cy="2320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ga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me supports granular m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actions: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WASD: Forward, Left, Backward, Right.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Z/X: Turning Left/Right.</a:t>
              </a:r>
            </a:p>
            <a:p>
              <a:pPr algn="l" marL="430721" indent="-215360" lvl="1">
                <a:lnSpc>
                  <a:spcPts val="279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SPACE: Jumping.</a:t>
              </a:r>
            </a:p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Respons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on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ols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6400" y="5655638"/>
            <a:ext cx="6886575" cy="1533779"/>
            <a:chOff x="0" y="0"/>
            <a:chExt cx="9182100" cy="204503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134703"/>
              <a:ext cx="9182100" cy="9103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Adjustable Au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dio, Sound, 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Gam</a:t>
              </a:r>
              <a:r>
                <a:rPr lang="en-US" sz="1995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eplay Sensitivity settings available in the Menu.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Playe</a:t>
              </a:r>
              <a:r>
                <a:rPr lang="en-US" sz="2470" spc="-74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 Control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66750" y="3447277"/>
            <a:ext cx="7355862" cy="4118269"/>
          </a:xfrm>
          <a:custGeom>
            <a:avLst/>
            <a:gdLst/>
            <a:ahLst/>
            <a:cxnLst/>
            <a:rect r="r" b="b" t="t" l="l"/>
            <a:pathLst>
              <a:path h="4118269" w="7355862">
                <a:moveTo>
                  <a:pt x="0" y="0"/>
                </a:moveTo>
                <a:lnTo>
                  <a:pt x="7355862" y="0"/>
                </a:lnTo>
                <a:lnTo>
                  <a:pt x="7355862" y="4118269"/>
                </a:lnTo>
                <a:lnTo>
                  <a:pt x="0" y="4118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6886575" cy="3057525"/>
            <a:chOff x="0" y="0"/>
            <a:chExt cx="9182100" cy="40767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Target Audience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362325"/>
              <a:ext cx="91821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905007"/>
            <a:ext cx="6886575" cy="1956435"/>
            <a:chOff x="0" y="0"/>
            <a:chExt cx="9182100" cy="260858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Ind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ividuals looking for a quick, fun, and accessible game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to 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play during short breaks. The simple controls and clear objectives appeal to this group.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Casual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G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ame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96400" y="3921509"/>
            <a:ext cx="6886575" cy="1956435"/>
            <a:chOff x="0" y="0"/>
            <a:chExt cx="9182100" cy="260858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la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ers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who enjoy mastering controls, optimizing routes, and competing for the fastest clear times on the "Hard Level."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Skill-B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 Gamers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low-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poly, vibrant urban visual style will attract players looking for games w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que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and 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appealing art direction.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ns 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Sty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zed Aesthe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2600" spc="-78" strike="noStrike" u="none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ics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36007" y="744045"/>
            <a:ext cx="6857669" cy="3843115"/>
          </a:xfrm>
          <a:custGeom>
            <a:avLst/>
            <a:gdLst/>
            <a:ahLst/>
            <a:cxnLst/>
            <a:rect r="r" b="b" t="t" l="l"/>
            <a:pathLst>
              <a:path h="3843115" w="6857669">
                <a:moveTo>
                  <a:pt x="0" y="0"/>
                </a:moveTo>
                <a:lnTo>
                  <a:pt x="6857669" y="0"/>
                </a:lnTo>
                <a:lnTo>
                  <a:pt x="6857669" y="3843116"/>
                </a:lnTo>
                <a:lnTo>
                  <a:pt x="0" y="3843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9364" y="400050"/>
            <a:ext cx="11201400" cy="8686800"/>
            <a:chOff x="0" y="0"/>
            <a:chExt cx="14935200" cy="11582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Market Analysis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81400"/>
              <a:ext cx="13017500" cy="800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sz="3000" spc="-89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Pla</a:t>
              </a: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tf</a:t>
              </a: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or</a:t>
              </a: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m </a:t>
              </a: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Focu</a:t>
              </a: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s: Steam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Community Building: Utilize platforms like YouTube and Twitch to showcase high-score runs and highlight the fast-paced gameplay and different difficulty settings.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Launch Strategy: Focus on an initial launch emphasizing the "Pure Gameplay, No Ads" philosophy, which serves as a powerful differentiator in the crowded market.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 spc="-89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PR/Influencers: Target smaller, genre-specific content creators who review endless runner and arcade titles to get authentic early exposure.</a:t>
              </a: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441103" y="2816529"/>
            <a:ext cx="8567507" cy="4801328"/>
          </a:xfrm>
          <a:custGeom>
            <a:avLst/>
            <a:gdLst/>
            <a:ahLst/>
            <a:cxnLst/>
            <a:rect r="r" b="b" t="t" l="l"/>
            <a:pathLst>
              <a:path h="4801328" w="8567507">
                <a:moveTo>
                  <a:pt x="0" y="0"/>
                </a:moveTo>
                <a:lnTo>
                  <a:pt x="8567508" y="0"/>
                </a:lnTo>
                <a:lnTo>
                  <a:pt x="8567508" y="4801328"/>
                </a:lnTo>
                <a:lnTo>
                  <a:pt x="0" y="480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11201400" cy="4299558"/>
            <a:chOff x="0" y="0"/>
            <a:chExt cx="14935200" cy="573274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EF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Monetization Strategies Unveiled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775164"/>
              <a:ext cx="110998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The prim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ary source of early revenue will come from the 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iti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purchase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/download of the game.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mi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cus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865608"/>
            <a:ext cx="11201400" cy="3661383"/>
            <a:chOff x="0" y="0"/>
            <a:chExt cx="14935200" cy="488184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428964"/>
              <a:ext cx="110998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Cosmetic Skin</a:t>
              </a:r>
              <a:r>
                <a:rPr lang="en-US" b="true" sz="21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: A non-intrusive revenue stream based on aesthetics o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ly.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Purchasable i</a:t>
              </a:r>
              <a:r>
                <a:rPr lang="en-US" sz="21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n-game character skins will drive profit without giving players a competitive advantage 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In-Ga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 Purc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hase</a:t>
              </a:r>
              <a:r>
                <a:rPr lang="en-US" sz="3199" spc="-95" strike="noStrike" u="none">
                  <a:solidFill>
                    <a:srgbClr val="0EF1FF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429875" y="2943225"/>
            <a:ext cx="7355862" cy="4118269"/>
          </a:xfrm>
          <a:custGeom>
            <a:avLst/>
            <a:gdLst/>
            <a:ahLst/>
            <a:cxnLst/>
            <a:rect r="r" b="b" t="t" l="l"/>
            <a:pathLst>
              <a:path h="4118269" w="7355862">
                <a:moveTo>
                  <a:pt x="0" y="0"/>
                </a:moveTo>
                <a:lnTo>
                  <a:pt x="7355862" y="0"/>
                </a:lnTo>
                <a:lnTo>
                  <a:pt x="7355862" y="4118269"/>
                </a:lnTo>
                <a:lnTo>
                  <a:pt x="0" y="4118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657225"/>
            <a:ext cx="1120140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EF1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Funding for Success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228948"/>
            <a:ext cx="9438086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core game concept, visuals, and mechanics are complete.</a:t>
            </a:r>
          </a:p>
          <a:p>
            <a:pPr algn="l">
              <a:lnSpc>
                <a:spcPts val="3499"/>
              </a:lnSpc>
            </a:pPr>
          </a:p>
          <a:p>
            <a:pPr algn="l" marL="0" indent="0" lvl="0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2343150"/>
            <a:ext cx="97631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 spc="-119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Curr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en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at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5036807"/>
            <a:ext cx="9438086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Platform F</a:t>
            </a:r>
            <a:r>
              <a:rPr lang="en-US" b="true" sz="24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ees: </a:t>
            </a:r>
            <a:r>
              <a:rPr lang="en-US" sz="249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Covering store submission and developer fees.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Content Expansion:</a:t>
            </a:r>
            <a:r>
              <a:rPr lang="en-US" sz="249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Developing new environments, cars, obstacles, and cosmetic skins post-launch to sustain interest.</a:t>
            </a:r>
          </a:p>
          <a:p>
            <a:pPr algn="l">
              <a:lnSpc>
                <a:spcPts val="3499"/>
              </a:lnSpc>
            </a:pPr>
          </a:p>
          <a:p>
            <a:pPr algn="l" marL="0" indent="0" lvl="0">
              <a:lnSpc>
                <a:spcPts val="34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4151008"/>
            <a:ext cx="97631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sz="3999" spc="-119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Use of Fu</a:t>
            </a:r>
            <a:r>
              <a:rPr lang="en-US" sz="3999" spc="-119" strike="noStrike" u="none">
                <a:solidFill>
                  <a:srgbClr val="0EF1FF"/>
                </a:solidFill>
                <a:latin typeface="TT Fors"/>
                <a:ea typeface="TT Fors"/>
                <a:cs typeface="TT Fors"/>
                <a:sym typeface="TT Fors"/>
              </a:rPr>
              <a:t>nds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9954" y="8968993"/>
            <a:ext cx="3564772" cy="1318007"/>
            <a:chOff x="0" y="0"/>
            <a:chExt cx="4753029" cy="17573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7343" cy="1757343"/>
            </a:xfrm>
            <a:custGeom>
              <a:avLst/>
              <a:gdLst/>
              <a:ahLst/>
              <a:cxnLst/>
              <a:rect r="r" b="b" t="t" l="l"/>
              <a:pathLst>
                <a:path h="1757343" w="1757343">
                  <a:moveTo>
                    <a:pt x="0" y="0"/>
                  </a:moveTo>
                  <a:lnTo>
                    <a:pt x="1757343" y="0"/>
                  </a:lnTo>
                  <a:lnTo>
                    <a:pt x="1757343" y="1757343"/>
                  </a:lnTo>
                  <a:lnTo>
                    <a:pt x="0" y="1757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97843" y="0"/>
              <a:ext cx="1757343" cy="1757343"/>
            </a:xfrm>
            <a:custGeom>
              <a:avLst/>
              <a:gdLst/>
              <a:ahLst/>
              <a:cxnLst/>
              <a:rect r="r" b="b" t="t" l="l"/>
              <a:pathLst>
                <a:path h="1757343" w="1757343">
                  <a:moveTo>
                    <a:pt x="0" y="0"/>
                  </a:moveTo>
                  <a:lnTo>
                    <a:pt x="1757343" y="0"/>
                  </a:lnTo>
                  <a:lnTo>
                    <a:pt x="1757343" y="1757343"/>
                  </a:lnTo>
                  <a:lnTo>
                    <a:pt x="0" y="1757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995686" y="0"/>
              <a:ext cx="1757343" cy="1757343"/>
            </a:xfrm>
            <a:custGeom>
              <a:avLst/>
              <a:gdLst/>
              <a:ahLst/>
              <a:cxnLst/>
              <a:rect r="r" b="b" t="t" l="l"/>
              <a:pathLst>
                <a:path h="1757343" w="1757343">
                  <a:moveTo>
                    <a:pt x="0" y="0"/>
                  </a:moveTo>
                  <a:lnTo>
                    <a:pt x="1757343" y="0"/>
                  </a:lnTo>
                  <a:lnTo>
                    <a:pt x="1757343" y="1757343"/>
                  </a:lnTo>
                  <a:lnTo>
                    <a:pt x="0" y="1757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350463"/>
            <a:ext cx="18288000" cy="7766685"/>
            <a:chOff x="0" y="0"/>
            <a:chExt cx="2833290" cy="12032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3290" cy="1203263"/>
            </a:xfrm>
            <a:custGeom>
              <a:avLst/>
              <a:gdLst/>
              <a:ahLst/>
              <a:cxnLst/>
              <a:rect r="r" b="b" t="t" l="l"/>
              <a:pathLst>
                <a:path h="120326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4"/>
              <a:stretch>
                <a:fillRect l="0" t="-784" r="0" b="-310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08683" y="8083138"/>
            <a:ext cx="10831256" cy="127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48"/>
              </a:lnSpc>
              <a:spcBef>
                <a:spcPct val="0"/>
              </a:spcBef>
            </a:pPr>
            <a:r>
              <a:rPr lang="en-US" sz="8348" spc="-250" strike="noStrike" u="none">
                <a:solidFill>
                  <a:srgbClr val="0EF1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Any questions for 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Vapor Drift: Endless Speed</dc:description>
  <dc:identifier>DAG7eQVgWfI</dc:identifier>
  <dcterms:modified xsi:type="dcterms:W3CDTF">2011-08-01T06:04:30Z</dcterms:modified>
  <cp:revision>1</cp:revision>
  <dc:title>Presentation - Vapor Drift: Endless Speed</dc:title>
</cp:coreProperties>
</file>